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619c0569a41c4" /><Relationship Type="http://schemas.openxmlformats.org/officeDocument/2006/relationships/extended-properties" Target="/docProps/app.xml" Id="R2ac64725df6e47f3" /><Relationship Type="http://schemas.openxmlformats.org/officeDocument/2006/relationships/officeDocument" Target="/ppt/presentation.xml" Id="R654f3d0544dd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be69e711f488a"/>
  </p:sldMasterIdLst>
  <p:notesMasterIdLst>
    <p:notesMasterId xmlns:r="http://schemas.openxmlformats.org/officeDocument/2006/relationships" r:id="R439f8ef9d4034c54"/>
  </p:notesMasterIdLst>
  <p:sldIdLst>
    <p:sldId xmlns:r="http://schemas.openxmlformats.org/officeDocument/2006/relationships" id="256" r:id="R7576f20b815d4ca3"/>
    <p:sldId xmlns:r="http://schemas.openxmlformats.org/officeDocument/2006/relationships" id="257" r:id="R055a46cbf8b64757"/>
    <p:sldId xmlns:r="http://schemas.openxmlformats.org/officeDocument/2006/relationships" id="258" r:id="R71312f0b69404fd5"/>
    <p:sldId xmlns:r="http://schemas.openxmlformats.org/officeDocument/2006/relationships" id="259" r:id="R57279472509b475a"/>
    <p:sldId xmlns:r="http://schemas.openxmlformats.org/officeDocument/2006/relationships" id="260" r:id="Re79453b0fe4c4174"/>
    <p:sldId xmlns:r="http://schemas.openxmlformats.org/officeDocument/2006/relationships" id="261" r:id="R9de49ac9fd534127"/>
    <p:sldId xmlns:r="http://schemas.openxmlformats.org/officeDocument/2006/relationships" id="262" r:id="R4d10df8209f7493c"/>
    <p:sldId xmlns:r="http://schemas.openxmlformats.org/officeDocument/2006/relationships" id="263" r:id="R7775dd5a13424533"/>
    <p:sldId xmlns:r="http://schemas.openxmlformats.org/officeDocument/2006/relationships" id="264" r:id="Ra909d3871b004263"/>
    <p:sldId xmlns:r="http://schemas.openxmlformats.org/officeDocument/2006/relationships" id="265" r:id="R990bd2e5533f459b"/>
    <p:sldId xmlns:r="http://schemas.openxmlformats.org/officeDocument/2006/relationships" id="266" r:id="Rf3f1157b601b496e"/>
    <p:sldId xmlns:r="http://schemas.openxmlformats.org/officeDocument/2006/relationships" id="267" r:id="R837a87d7eb5a42e8"/>
    <p:sldId xmlns:r="http://schemas.openxmlformats.org/officeDocument/2006/relationships" id="268" r:id="R19d45bdbc4e04840"/>
    <p:sldId xmlns:r="http://schemas.openxmlformats.org/officeDocument/2006/relationships" id="269" r:id="Rbb380092b0924d01"/>
    <p:sldId xmlns:r="http://schemas.openxmlformats.org/officeDocument/2006/relationships" id="270" r:id="R0225f1fdd2b44b9e"/>
    <p:sldId xmlns:r="http://schemas.openxmlformats.org/officeDocument/2006/relationships" id="271" r:id="Rc17accbb01e64810"/>
    <p:sldId xmlns:r="http://schemas.openxmlformats.org/officeDocument/2006/relationships" id="272" r:id="R4b63352bb9c94f55"/>
    <p:sldId xmlns:r="http://schemas.openxmlformats.org/officeDocument/2006/relationships" id="273" r:id="Re6324b46e12445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3dffa0b66348da" /><Relationship Type="http://schemas.openxmlformats.org/officeDocument/2006/relationships/slideMaster" Target="/ppt/slideMasters/slideMaster1.xml" Id="Rad8be69e711f488a" /><Relationship Type="http://schemas.openxmlformats.org/officeDocument/2006/relationships/notesMaster" Target="/ppt/notesMasters/notesMaster1.xml" Id="R439f8ef9d4034c54" /><Relationship Type="http://schemas.openxmlformats.org/officeDocument/2006/relationships/presProps" Target="/ppt/presProps.xml" Id="R635f9132943b4c0f" /><Relationship Type="http://schemas.openxmlformats.org/officeDocument/2006/relationships/tableStyles" Target="/ppt/tableStyles.xml" Id="R9f5e5c823116402b" /><Relationship Type="http://schemas.openxmlformats.org/officeDocument/2006/relationships/slide" Target="/ppt/slides/slide1.xml" Id="R7576f20b815d4ca3" /><Relationship Type="http://schemas.openxmlformats.org/officeDocument/2006/relationships/slide" Target="/ppt/slides/slide2.xml" Id="R055a46cbf8b64757" /><Relationship Type="http://schemas.openxmlformats.org/officeDocument/2006/relationships/slide" Target="/ppt/slides/slide3.xml" Id="R71312f0b69404fd5" /><Relationship Type="http://schemas.openxmlformats.org/officeDocument/2006/relationships/slide" Target="/ppt/slides/slide4.xml" Id="R57279472509b475a" /><Relationship Type="http://schemas.openxmlformats.org/officeDocument/2006/relationships/slide" Target="/ppt/slides/slide5.xml" Id="Re79453b0fe4c4174" /><Relationship Type="http://schemas.openxmlformats.org/officeDocument/2006/relationships/slide" Target="/ppt/slides/slide6.xml" Id="R9de49ac9fd534127" /><Relationship Type="http://schemas.openxmlformats.org/officeDocument/2006/relationships/slide" Target="/ppt/slides/slide7.xml" Id="R4d10df8209f7493c" /><Relationship Type="http://schemas.openxmlformats.org/officeDocument/2006/relationships/slide" Target="/ppt/slides/slide8.xml" Id="R7775dd5a13424533" /><Relationship Type="http://schemas.openxmlformats.org/officeDocument/2006/relationships/slide" Target="/ppt/slides/slide9.xml" Id="Ra909d3871b004263" /><Relationship Type="http://schemas.openxmlformats.org/officeDocument/2006/relationships/slide" Target="/ppt/slides/slide10.xml" Id="R990bd2e5533f459b" /><Relationship Type="http://schemas.openxmlformats.org/officeDocument/2006/relationships/slide" Target="/ppt/slides/slide11.xml" Id="Rf3f1157b601b496e" /><Relationship Type="http://schemas.openxmlformats.org/officeDocument/2006/relationships/slide" Target="/ppt/slides/slide12.xml" Id="R837a87d7eb5a42e8" /><Relationship Type="http://schemas.openxmlformats.org/officeDocument/2006/relationships/slide" Target="/ppt/slides/slide13.xml" Id="R19d45bdbc4e04840" /><Relationship Type="http://schemas.openxmlformats.org/officeDocument/2006/relationships/slide" Target="/ppt/slides/slide14.xml" Id="Rbb380092b0924d01" /><Relationship Type="http://schemas.openxmlformats.org/officeDocument/2006/relationships/slide" Target="/ppt/slides/slide15.xml" Id="R0225f1fdd2b44b9e" /><Relationship Type="http://schemas.openxmlformats.org/officeDocument/2006/relationships/slide" Target="/ppt/slides/slide16.xml" Id="Rc17accbb01e64810" /><Relationship Type="http://schemas.openxmlformats.org/officeDocument/2006/relationships/slide" Target="/ppt/slides/slide17.xml" Id="R4b63352bb9c94f55" /><Relationship Type="http://schemas.openxmlformats.org/officeDocument/2006/relationships/slide" Target="/ppt/slides/slide18.xml" Id="Re6324b46e124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ecb199ba404c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Konnco">
  <a:themeElements>
    <a:clrScheme name="Konnco">
      <a:dk1>
        <a:srgbClr val="111827"/>
      </a:dk1>
      <a:lt1>
        <a:srgbClr val="FFFFFF"/>
      </a:lt1>
      <a:dk2>
        <a:srgbClr val="182338"/>
      </a:dk2>
      <a:lt2>
        <a:srgbClr val="E9EEF5"/>
      </a:lt2>
      <a:accent1>
        <a:srgbClr val="55D6BE"/>
      </a:accent1>
      <a:accent2>
        <a:srgbClr val="EF5670"/>
      </a:accent2>
      <a:accent3>
        <a:srgbClr val="6BA3FF"/>
      </a:accent3>
      <a:accent4>
        <a:srgbClr val="E9C46A"/>
      </a:accent4>
      <a:accent5>
        <a:srgbClr val="9C89B8"/>
      </a:accent5>
      <a:accent6>
        <a:srgbClr val="E07A5F"/>
      </a:accent6>
      <a:hlink>
        <a:srgbClr val="6BA3FF"/>
      </a:hlink>
      <a:folHlink>
        <a:srgbClr val="9C89B8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onnco">
      <a:fillStyleLst/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2d0647ce64f15" /><Relationship Type="http://schemas.openxmlformats.org/officeDocument/2006/relationships/notesMaster" Target="/ppt/notesMasters/notesMaster1.xml" Id="Rb684ee0cf44a4a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ffcf9047c47a5" /><Relationship Type="http://schemas.openxmlformats.org/officeDocument/2006/relationships/notesMaster" Target="/ppt/notesMasters/notesMaster1.xml" Id="Rcf22779d657e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23d533fe14933" /><Relationship Type="http://schemas.openxmlformats.org/officeDocument/2006/relationships/notesMaster" Target="/ppt/notesMasters/notesMaster1.xml" Id="R7b1b43757b9a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8b70976b494b0c" /><Relationship Type="http://schemas.openxmlformats.org/officeDocument/2006/relationships/notesMaster" Target="/ppt/notesMasters/notesMaster1.xml" Id="R755741b7088f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fb3ed6f66438f" /><Relationship Type="http://schemas.openxmlformats.org/officeDocument/2006/relationships/notesMaster" Target="/ppt/notesMasters/notesMaster1.xml" Id="Ra4f4b1093c58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6d2c1c4ccd434c" /><Relationship Type="http://schemas.openxmlformats.org/officeDocument/2006/relationships/notesMaster" Target="/ppt/notesMasters/notesMaster1.xml" Id="Rc9cfa77ee8dd4a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e09381d3ef43c3" /><Relationship Type="http://schemas.openxmlformats.org/officeDocument/2006/relationships/notesMaster" Target="/ppt/notesMasters/notesMaster1.xml" Id="Re4e53c6b6f4e45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46a9c6fa5439b" /><Relationship Type="http://schemas.openxmlformats.org/officeDocument/2006/relationships/notesMaster" Target="/ppt/notesMasters/notesMaster1.xml" Id="R8cf8f7af71f4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8f03f07d94495" /><Relationship Type="http://schemas.openxmlformats.org/officeDocument/2006/relationships/notesMaster" Target="/ppt/notesMasters/notesMaster1.xml" Id="R8035282cbd3b44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1ca580ea2b4448" /><Relationship Type="http://schemas.openxmlformats.org/officeDocument/2006/relationships/notesMaster" Target="/ppt/notesMasters/notesMaster1.xml" Id="Rb77b8f7f1af047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e6b1bfe1b04ac3" /><Relationship Type="http://schemas.openxmlformats.org/officeDocument/2006/relationships/notesMaster" Target="/ppt/notesMasters/notesMaster1.xml" Id="R604352c5fdcb41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fbf1a05024c11" /><Relationship Type="http://schemas.openxmlformats.org/officeDocument/2006/relationships/notesMaster" Target="/ppt/notesMasters/notesMaster1.xml" Id="R4e12ccb734da40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f64592ce644369" /><Relationship Type="http://schemas.openxmlformats.org/officeDocument/2006/relationships/notesMaster" Target="/ppt/notesMasters/notesMaster1.xml" Id="R9dff119256df48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2ba130c0434cd5" /><Relationship Type="http://schemas.openxmlformats.org/officeDocument/2006/relationships/notesMaster" Target="/ppt/notesMasters/notesMaster1.xml" Id="Race0344adc0344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ac1acc42ae4034" /><Relationship Type="http://schemas.openxmlformats.org/officeDocument/2006/relationships/notesMaster" Target="/ppt/notesMasters/notesMaster1.xml" Id="Rf2d3544447fc4e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a0370d61b2497d" /><Relationship Type="http://schemas.openxmlformats.org/officeDocument/2006/relationships/notesMaster" Target="/ppt/notesMasters/notesMaster1.xml" Id="R23026ebe24d94d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3a0726da1f4c2a" /><Relationship Type="http://schemas.openxmlformats.org/officeDocument/2006/relationships/notesMaster" Target="/ppt/notesMasters/notesMaster1.xml" Id="R753a2fa140ff4b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5ba211f7954853" /><Relationship Type="http://schemas.openxmlformats.org/officeDocument/2006/relationships/notesMaster" Target="/ppt/notesMasters/notesMaster1.xml" Id="R635bc13430de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30 menit. Audiens: SRE / DevOps dengan dasar HTML dan JavaScript. Judul mengikuti permintaan pengguna.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Demo final sebelum coding. Peserta membangun versi minimal sesuai guide. Aplikasi demo dalam proyek menggunakan berkas CSS dan JS terpisah.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Alokasi waktu mengikuti WORKSHOP_GUIDE.md.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Guide memuat klaim percepatan diagnosis tanpa sumber pengukuran. Deck tidak menyajikan angka tersebut sebagai hasil yang terbukti.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Guide menggunakan model GLM-5.2. Nama menu, model, akses trial, dan endpoint perlu dicocokkan dengan console akun saat workshop. Fasilitator menyiapkan akses cadangan terbatas.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Endpoint contoh dalam guide: https://api-ap-southeast-1.modelarts-maas.com/v1/chat/completions. Cocokkan endpoint dan model dengan akun. Jangan tampilkan key asli pada proyektor atau commit ke repository.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Request memakai fetch dan JSON. Untuk demo lokal, panggilan langsung bergantung pada dukungan CORS. Untuk penggunaan bersama, gunakan backend proxy agar API key berada di server.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2 menit. Buat index.html lengkap dengan doctype, html lang=id, head, meta charset UTF-8, title, dan body. Potongan slide menunjukkan elemen inti. pre menjaga baris hasil tetap terbaca.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3 menit bersama slide berikut. Letakkan dalam fungsi async. messages berisi system prompt dan log pengguna. ENDPOINT, API_KEY, MODEL mengikuti konfigurasi. Parameter 0.3 mengikuti guide dan tidak menjamin jawaban benar.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Susun messages sebagai [{role:"system",content:SYSTEM_PROMPT},{role:"user",content:userMessage}]. Tambahkan pemeriksaan response.ok dan keberadaan choices sebelum membaca hasil. Minta model membedakan bukti log dari dugaan.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3 menit. Ambil log-input.value.trim(). Gunakan try/catch dan await callMaasAPI(). Gunakan textContent saat menampilkan hasil minimal. Demo dengan sample OutOfMemoryError.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4 menit. let conversationHistory = []; setelah respons: conversationHistory.push({role:"assistant",content:aiReply}); sebelum follow-up: push({role:"user",content:question}). API tidak menyimpan konteks aplikasi ini secara otomatis. Tambahkan input id=followup dan tombol sendFollowup().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3 menit. Buka index.html proyek. Guide menyebut penyimpanan API key di localStorage. Jelaskan sebagai kemudahan demo lokal, dengan backend proxy untuk aplikasi bersama. Tunjukkan dark mode dan sample log.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Sample diringkas dari js/config.js. Peserta memeriksa apakah model menghubungkan heap, GC, dan health check. Log ini belum cukup untuk memastikan memory leak. Gunakan log contoh atau log yang sudah disamarkan.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Ikuti troubleshooting guide. Status 404 tidak sendirinya memastikan subscription bermasalah. Saat debug, hindari membagikan header Authorization atau log sensitif. Lihat data.choices[0].message.content setelah validasi.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5 menit terakhir bersama demo. Jawab biaya dan akses model dengan merujuk console akun, tanpa menjanjikan free tier. Untuk integrasi Slack atau PagerDuty, bahas sebagai pengembangan lanjutan.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Bonus dari guide. Peserta dapat mengembangkan salah satu setelah sesi 30 menit. Integrasi alert perlu mekanisme review sebelum mengirim atau menjalankan tindakan.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 utama seluruh deck: WORKSHOP_GUIDE.md. Contoh OOM: js/config.js. Persiapan sebelum sesi: uji kemungkinan CORS dan siapkan proxy jika dibutuhkan. Jangan bagikan key cadangan secara terbuka.</a:t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1400"/>
          </a:p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1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>Sumber: WORKSHOP_GUIDE.md</a:t>
            </a:r>
            <a:endParaRPr sz="14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3df9e314a4deb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e930fa70040a9" /><Relationship Type="http://schemas.openxmlformats.org/officeDocument/2006/relationships/slideLayout" Target="/ppt/slideLayouts/slideLayout1.xml" Id="R86d3c03fad0845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3c03fad084596"/>
  </p:sldLayoutIdLst>
</p:sldMaster>
</file>

<file path=ppt/slideMasters/theme/theme2.xml><?xml version="1.0" encoding="utf-8"?>
<a:theme xmlns:a="http://schemas.openxmlformats.org/drawingml/2006/main" name="Konnco">
  <a:themeElements>
    <a:clrScheme name="Konnco">
      <a:dk1>
        <a:srgbClr val="111827"/>
      </a:dk1>
      <a:lt1>
        <a:srgbClr val="FFFFFF"/>
      </a:lt1>
      <a:dk2>
        <a:srgbClr val="182338"/>
      </a:dk2>
      <a:lt2>
        <a:srgbClr val="E9EEF5"/>
      </a:lt2>
      <a:accent1>
        <a:srgbClr val="55D6BE"/>
      </a:accent1>
      <a:accent2>
        <a:srgbClr val="EF5670"/>
      </a:accent2>
      <a:accent3>
        <a:srgbClr val="6BA3FF"/>
      </a:accent3>
      <a:accent4>
        <a:srgbClr val="E9C46A"/>
      </a:accent4>
      <a:accent5>
        <a:srgbClr val="9C89B8"/>
      </a:accent5>
      <a:accent6>
        <a:srgbClr val="E07A5F"/>
      </a:accent6>
      <a:hlink>
        <a:srgbClr val="6BA3FF"/>
      </a:hlink>
      <a:folHlink>
        <a:srgbClr val="9C89B8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onnco">
      <a:fillStyleLst/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68b36393446c8" /><Relationship Type="http://schemas.openxmlformats.org/officeDocument/2006/relationships/image" Target="/ppt/media/image.png" Id="R5a35e3242a8e45b3" /><Relationship Type="http://schemas.openxmlformats.org/officeDocument/2006/relationships/notesSlide" Target="/ppt/notesSlides/notesSlide1.xml" Id="R47ed82eab19f45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d569ea2094c5d" /><Relationship Type="http://schemas.openxmlformats.org/officeDocument/2006/relationships/notesSlide" Target="/ppt/notesSlides/notesSlide2.xml" Id="R348c05954bce4c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b99006a1d4470" /><Relationship Type="http://schemas.openxmlformats.org/officeDocument/2006/relationships/notesSlide" Target="/ppt/notesSlides/notesSlide3.xml" Id="R2e8df02c75f149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78d45d90c46ed" /><Relationship Type="http://schemas.openxmlformats.org/officeDocument/2006/relationships/notesSlide" Target="/ppt/notesSlides/notesSlide4.xml" Id="R91ada0364b814a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024d91e12497c" /><Relationship Type="http://schemas.openxmlformats.org/officeDocument/2006/relationships/notesSlide" Target="/ppt/notesSlides/notesSlide5.xml" Id="R6d527bcc9b3a46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d57c385b0427a" /><Relationship Type="http://schemas.openxmlformats.org/officeDocument/2006/relationships/notesSlide" Target="/ppt/notesSlides/notesSlide6.xml" Id="Rafe76691d55942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0d689d02f443d" /><Relationship Type="http://schemas.openxmlformats.org/officeDocument/2006/relationships/notesSlide" Target="/ppt/notesSlides/notesSlide7.xml" Id="R2da437430343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cf77d16f1446b" /><Relationship Type="http://schemas.openxmlformats.org/officeDocument/2006/relationships/notesSlide" Target="/ppt/notesSlides/notesSlide8.xml" Id="R06a9cb442e9b47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8e57afe89454a" /><Relationship Type="http://schemas.openxmlformats.org/officeDocument/2006/relationships/notesSlide" Target="/ppt/notesSlides/notesSlide9.xml" Id="Reef2b4273b7049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3ac3b00ac463c" /><Relationship Type="http://schemas.openxmlformats.org/officeDocument/2006/relationships/notesSlide" Target="/ppt/notesSlides/notesSlide10.xml" Id="R056a5ff0775b49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05a30cf134bc0" /><Relationship Type="http://schemas.openxmlformats.org/officeDocument/2006/relationships/notesSlide" Target="/ppt/notesSlides/notesSlide11.xml" Id="R60eff983ff0a4b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c0933e4624be3" /><Relationship Type="http://schemas.openxmlformats.org/officeDocument/2006/relationships/notesSlide" Target="/ppt/notesSlides/notesSlide12.xml" Id="R53160e1d6cb84c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192672eb74e60" /><Relationship Type="http://schemas.openxmlformats.org/officeDocument/2006/relationships/notesSlide" Target="/ppt/notesSlides/notesSlide13.xml" Id="R74734dd2096b43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c111fc2434185" /><Relationship Type="http://schemas.openxmlformats.org/officeDocument/2006/relationships/notesSlide" Target="/ppt/notesSlides/notesSlide14.xml" Id="R9f59dd82802f4d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b77eb28f745f2" /><Relationship Type="http://schemas.openxmlformats.org/officeDocument/2006/relationships/notesSlide" Target="/ppt/notesSlides/notesSlide15.xml" Id="Rf24afcc276ed4e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b20828ede45f7" /><Relationship Type="http://schemas.openxmlformats.org/officeDocument/2006/relationships/notesSlide" Target="/ppt/notesSlides/notesSlide16.xml" Id="R9eae9c3a764642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466690284cc6" /><Relationship Type="http://schemas.openxmlformats.org/officeDocument/2006/relationships/notesSlide" Target="/ppt/notesSlides/notesSlide17.xml" Id="R27b182f7c21c4c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69884b2994784" /><Relationship Type="http://schemas.openxmlformats.org/officeDocument/2006/relationships/notesSlide" Target="/ppt/notesSlides/notesSlide18.xml" Id="R8cfce261321f41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AF49889-6617-4311-AE57-09AFA177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381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Workshop</a:t>
            </a:r>
            <a:endParaRPr sz="4200"/>
          </a:p>
          <a:p xmlns:a="http://schemas.openxmlformats.org/drawingml/2006/main">
            <a:pPr>
              <a:lnSpc>
                <a:spcPct val="115000"/>
              </a:lnSpc>
              <a:buNone/>
              <a:defRPr sz="465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Konnco Studio</a:t>
            </a:r>
            <a:endParaRPr sz="4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F8460552-54DC-4007-B740-F6DDD7E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55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SRE Log Analyzer</a:t>
            </a:r>
            <a:endParaRPr sz="2400"/>
          </a:p>
          <a:p xmlns:a="http://schemas.openxmlformats.org/drawingml/2006/main">
            <a:pPr>
              <a:lnSpc>
                <a:spcPct val="115000"/>
              </a:lnSpc>
              <a:buNone/>
              <a:defRPr sz="255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dengan Huawei MaaS API</a:t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00C23790-63DA-4B9A-BC59-E853768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620C8-6451-41E4-8A1C-25D8E667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46183-2AC6-41EE-B4A8-1850E8FD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HUAWEI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A46D4-29EA-46CC-A0A1-9AB7C530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DevOps/SRE Konnco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5e3242a8e45b3"/>
          <a:stretch xmlns:a="http://schemas.openxmlformats.org/drawingml/2006/main"/>
        </p:blipFill>
        <p:spPr>
          <a:xfrm xmlns:a="http://schemas.openxmlformats.org/drawingml/2006/main">
            <a:off x="7096125" y="1581150"/>
            <a:ext cx="46672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29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5721E00-61E7-4669-8FE1-EF4D1F03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Hasil workshop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D5D49BB1-5581-40E2-8AFE-28D206A2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9200E4A2-C2C4-4C56-9EA4-47F2CAD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1E983-9064-434A-B5D1-4823AF0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E639-21F4-4ECB-91BE-2DB6E0C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A3262-638C-428B-8B22-7286BB1E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Web app untuk membaca log error dan stack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CF994-5DA2-4E5C-AECE-127F202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7107A-902B-4F60-AD1B-ACCC24C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Analisis penyebab, severity, dampak, pemulihan, dan pencegahan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7FF2C-3162-4BA5-B5D3-19D79C69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7AA53-8CBF-498A-9892-D931A15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Follow-up chat dengan konteks percakapan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20667-16A0-4B23-A0AB-51213740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62E4F-855E-4816-845A-78011220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Latihan dimulai dari satu file index.html</a:t>
            </a:r>
          </a:p>
        </p:txBody>
      </p:sp>
    </p:spTree>
    <p:extLst>
      <p:ext uri="{BB962C8B-B14F-4D97-AF65-F5344CB8AC3E}">
        <p14:creationId xmlns:p14="http://schemas.microsoft.com/office/powerpoint/2010/main" val="1631636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0F04092-5490-40CF-961B-55646B8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Agenda 30 menit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3E37C391-5B11-45C4-A382-7072C80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0E3335C9-A7FC-43DB-A4DE-61348DC6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CF565-2336-4D0B-BDC6-C5E9A20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406D-628D-482F-A0C7-14B80A1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00–05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CD7D5-185C-4D87-9FCA-0E73CCE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Pengenalan dan demo aplikasi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22B7E-41E4-4A1E-8E05-C6D52DC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05–10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04F78-14CE-4AA7-857A-30B94581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Setup akun, model, dan API 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6CE2A-BDA9-4A7D-9CB8-1F3955A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10–25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54A8E-9BC1-4F93-927A-79DE9A6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Live coding bersama peserta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27815-446B-4900-86FB-C916EE09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25–30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45BC4-10C4-4631-9C9D-43A9257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Eksperimen, demo, dan tanya jawab</a:t>
            </a:r>
          </a:p>
        </p:txBody>
      </p:sp>
    </p:spTree>
    <p:extLst>
      <p:ext uri="{BB962C8B-B14F-4D97-AF65-F5344CB8AC3E}">
        <p14:creationId xmlns:p14="http://schemas.microsoft.com/office/powerpoint/2010/main" val="1491053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A641128-E7FD-4800-A6C5-FE448B5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AI sebagai asisten analisis log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68DF633E-6F52-48DC-B569-5503B5A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E3346B4B-FBFC-44B3-8CE6-298E532C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49F29-628B-4B10-BCB0-56666592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8941A-F4FF-4DDF-9815-2BA263F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EC39E-7509-407D-9396-5F400CD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Log error atau</a:t>
            </a:r>
          </a:p>
          <a:p xmlns:a="http://schemas.openxmlformats.org/drawingml/2006/main">
            <a:pPr>
              <a:defRPr sz="2925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stack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C65AE-1FD5-4BA6-A5FD-7D54EF1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E552B-3ED0-4AAB-88C0-158AAA3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Dugaan penyebab dan</a:t>
            </a:r>
          </a:p>
          <a:p xmlns:a="http://schemas.openxmlformats.org/drawingml/2006/main">
            <a:pPr>
              <a:defRPr sz="27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langkah pemeriksaan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8C01E-32D0-45A1-BEBF-180BC1E1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SRE memeriksa bukti sebelum menjalankan perbaikan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53501-8041-4D6C-AA98-EC0AE13A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95112"/>
                </a:solidFill>
                <a:latin typeface="Arial"/>
                <a:ea typeface="Arial"/>
                <a:cs typeface="Arial"/>
              </a:rPr>
              <a:t>Demo awal: Kubernetes CrashLoopBackOff</a:t>
            </a:r>
          </a:p>
        </p:txBody>
      </p:sp>
    </p:spTree>
    <p:extLst>
      <p:ext uri="{BB962C8B-B14F-4D97-AF65-F5344CB8AC3E}">
        <p14:creationId xmlns:p14="http://schemas.microsoft.com/office/powerpoint/2010/main" val="409564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4803C75-A4E5-4E95-A3AB-44E4C2E4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Setup Huawei MaaS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7A6B011F-7561-4E5A-AE2E-C6F97F33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C861721C-942B-4AB7-8A12-F6BE3F1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C19DE-4662-45B1-BBA0-895153D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7A3E9-0460-4D34-A9D9-6576AF7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50FA7-BF3A-400C-8CD4-FACAC71C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Login ke console.huaweicloud.com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004F3-925F-49EC-88BC-40F7C6A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26F27-9A8B-41C9-8935-76DE7996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Buka ModelArts / MaaS / Model Square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DF0FF-3338-43DD-B013-9A0932E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598B3-CF11-4F59-B4B4-B6959B7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Aktifkan akses model yang tersedia di akun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0ABC5-401F-4152-95F9-1D8B5CA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A35AA-4019-4ED7-975F-1861A1B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Buat API key, lalu simpan secara privat</a:t>
            </a:r>
          </a:p>
        </p:txBody>
      </p:sp>
    </p:spTree>
    <p:extLst>
      <p:ext uri="{BB962C8B-B14F-4D97-AF65-F5344CB8AC3E}">
        <p14:creationId xmlns:p14="http://schemas.microsoft.com/office/powerpoint/2010/main" val="70641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8DDF84B3-F02C-47E7-91F2-6923068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Konfigurasi latihan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5A5DB95F-87DE-4C5B-8EFD-57A80FB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b="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/>
            </a:r>
            <a:endParaRPr sz="20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4E8A8B83-44B1-4040-A7E7-E9B85D7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C0C3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0C3C7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CD148-F0A0-4E24-AE7F-354411E9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8686D-7F98-4D77-A5A2-B6409166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MODEL = "GLM-5.2"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37F01-5FFB-475A-B57E-C47C58C3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POST /v1/chat/completions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D4BA1-2EBB-4D1A-BBF0-CB070A1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Authorization: Bearer YOUR_API_KEY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60F05-1929-4ADF-9478-84851763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Content-Type: application/json</a:t>
            </a:r>
          </a:p>
        </p:txBody>
      </p:sp>
    </p:spTree>
    <p:extLst>
      <p:ext uri="{BB962C8B-B14F-4D97-AF65-F5344CB8AC3E}">
        <p14:creationId xmlns:p14="http://schemas.microsoft.com/office/powerpoint/2010/main" val="900141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9CD601DA-350D-4E7B-837A-6D630DB4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Alur aplikasi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1AD053E6-9EB8-4B10-AF05-62A54591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A8CF450D-97C0-4E4B-844D-2204E560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68E0F-4EAC-40EC-8CD2-8B6D33A7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25E9-14B4-4B13-93F4-BC0104A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3D1D1-E6EB-4926-90E1-BCE3F2C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Peserta memasukkan log di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E29BB-834E-4849-9707-4347AB9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D4BA1-A621-4F8A-814A-25D75277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JavaScript mengirim messages ke MaaS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DC1A7-6826-47BF-9CE5-AD9BBF5E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30DD6-F97F-4846-B6C6-9BEC4994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API mengembalikan teks analisis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B61F2-3B67-4108-AE33-1C75D34A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02351-ECA0-4FC6-A7C7-B5796D4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UI menampilkan hasil dan menyimpan history</a:t>
            </a:r>
          </a:p>
        </p:txBody>
      </p:sp>
    </p:spTree>
    <p:extLst>
      <p:ext uri="{BB962C8B-B14F-4D97-AF65-F5344CB8AC3E}">
        <p14:creationId xmlns:p14="http://schemas.microsoft.com/office/powerpoint/2010/main" val="3966523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44260D4D-D2E0-473A-827A-784A331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Langkah 1: Skeleton HTML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99CFAA37-41E8-4DA7-84E6-9837EE1E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b="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/>
            </a:r>
            <a:endParaRPr sz="20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FE678BE6-E1FC-4A55-9A37-12057AB8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C0C3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0C3C7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1F498-9DBF-4C1C-BBC1-D887D93C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439FA-9719-4182-9B16-E1FA384E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&lt;h1&gt;SRE Log Analyzer&lt;/h1&gt;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2C4EB-2BC6-4782-A2AB-1A682B7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&lt;textarea id="log-input"&gt;&lt;/textarea&gt;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2EAAE-78A6-44BD-B0C0-3F74601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&lt;button onclick="analyzeLog()"&gt;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9C46A-381E-4E27-A416-014D4BD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Analisis dengan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3313B-8B97-43F3-BADF-1C400CE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&lt;/button&gt;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62C9C-BFD9-4F3C-A0EC-DBA31E8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&lt;pre id="output"&gt;&lt;/pre&gt;</a:t>
            </a:r>
          </a:p>
        </p:txBody>
      </p:sp>
    </p:spTree>
    <p:extLst>
      <p:ext uri="{BB962C8B-B14F-4D97-AF65-F5344CB8AC3E}">
        <p14:creationId xmlns:p14="http://schemas.microsoft.com/office/powerpoint/2010/main" val="2145814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0B32ED17-D803-4704-B764-B194A96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Langkah 2: Request API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AD78C11A-734B-4330-98F0-3138BF89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b="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/>
            </a:r>
            <a:endParaRPr sz="20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910B6451-334A-40BB-8D3C-3E7F1A89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C0C3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0C3C7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18D9F-1C87-4975-99C3-F6966AB3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1BDAA-8EA7-4E0F-9A09-3EF622C7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const response = await fetch(ENDPOINT,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01C35-61BC-443A-A20A-27C9CCC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method: "POST",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2A5CE-3039-41F0-B733-DBE67B1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headers: { "Content-Type": "application/json",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A57BB-1DD4-4514-B9BD-D751B32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  Authorization: `Bearer ${API_KEY}` },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45ED1-488D-451B-83FB-D5836FC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body: JSON.stringify({ model: MODEL, messages,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4A657-BED0-4B1A-A1FC-30817BEB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    max_tokens: 1000, temperature: 0.3 })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BAAE6-1244-4123-BAE6-DE23436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223116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884B542E-A300-4392-A863-AC43E08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System prompt dan hasil respons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BF586334-0F13-471E-A5AE-51C11A7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b="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/>
            </a:r>
            <a:endParaRPr sz="20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E83B009D-6DA8-4D6B-B227-7A6815F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C0C3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0C3C7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957FF-0398-45FD-9A42-52AAAB8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D1EE2-1E60-4824-BF8B-5A62FB41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SYSTEM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0970C-0AA8-48B1-B4B6-2428F065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8F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8F1"/>
                </a:solidFill>
                <a:latin typeface="Arial"/>
                <a:ea typeface="Arial"/>
                <a:cs typeface="Arial"/>
              </a:rPr>
              <a:t>Kamu adalah asisten SRE. Jelaskan root cause,</a:t>
            </a:r>
          </a:p>
          <a:p xmlns:a="http://schemas.openxmlformats.org/drawingml/2006/main">
            <a:pPr>
              <a:defRPr sz="2325" b="0">
                <a:solidFill>
                  <a:srgbClr val="FFF8F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8F1"/>
                </a:solidFill>
                <a:latin typeface="Arial"/>
                <a:ea typeface="Arial"/>
                <a:cs typeface="Arial"/>
              </a:rPr>
              <a:t>severity, dampak, langkah fix, dan pencegahan.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F0336-D721-4619-B6C5-E97309F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HASIL RESPONS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6B5FF-A9F8-4876-9420-8C4C31C6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const data = await response.json();</a:t>
            </a:r>
          </a:p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return data.choices[0].message.content;</a:t>
            </a:r>
          </a:p>
        </p:txBody>
      </p:sp>
    </p:spTree>
    <p:extLst>
      <p:ext uri="{BB962C8B-B14F-4D97-AF65-F5344CB8AC3E}">
        <p14:creationId xmlns:p14="http://schemas.microsoft.com/office/powerpoint/2010/main" val="1736119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FECFEB7D-52E2-4824-86B7-23D46825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Langkah 3: UI dan loading state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3CAD1AA8-4075-4B14-AA77-E2965EF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4B71241F-9503-4593-B70A-17E4394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84A0A-11B9-4392-9DFA-C500218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53BC-989B-43F6-AF1C-86DC4E0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Input kosong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A3675-3AFC-47FE-AE68-D96E5CCF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Tampilkan petunjuk untuk mengisi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F8B70-4219-4F56-9180-106DEB79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Request berjalan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C801E-D8F7-45E3-A81F-3A664AC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Tampilkan “Menganalisis...”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0013F-3DFC-4E47-8681-41BBED7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Request berhasil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F8412-27A8-4A03-9BBE-9A97837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Isi output dengan textContent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A067B-0800-4B2C-A4AB-F0CBC6DE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Request gagal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4E346-5D55-4AC5-B847-C00E4BF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Tampilkan pesan error yang jelas</a:t>
            </a:r>
          </a:p>
        </p:txBody>
      </p:sp>
    </p:spTree>
    <p:extLst>
      <p:ext uri="{BB962C8B-B14F-4D97-AF65-F5344CB8AC3E}">
        <p14:creationId xmlns:p14="http://schemas.microsoft.com/office/powerpoint/2010/main" val="680500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9C07C555-AE05-4905-A68A-161418C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Langkah 4: Conversation history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B9D79E68-2BF4-4393-9119-53643C84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F27EC651-097E-411F-B4AD-7A8F8E9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BFCC5-3753-4EB7-A460-DFB5AAE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6F10-67B7-40B9-91A9-0E31566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208B9-8AFE-480E-9F6C-37C6902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Log baru memulai history baru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70C2F-B01A-43CF-AF0B-6973ABB8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AF901-5F1F-48B7-9259-74635E7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9557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System prompt dan log menjadi pesan awal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59E88-58A1-476F-9F41-01F6A39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753D2-90A4-4C75-8015-B4B8353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Setiap jawaban masuk sebagai role: "assistant"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F55EE-75FF-4B56-83E8-7E624163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EFD77-A033-48B4-B2B1-8A7C564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76725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Follow-up masuk sebagai role: "user"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BC4F1-4902-4202-8E39-6ECE70F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D3932-34E3-440E-B5BC-7E5306F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Request berikutnya mengirim seluruh history</a:t>
            </a:r>
          </a:p>
        </p:txBody>
      </p:sp>
    </p:spTree>
    <p:extLst>
      <p:ext uri="{BB962C8B-B14F-4D97-AF65-F5344CB8AC3E}">
        <p14:creationId xmlns:p14="http://schemas.microsoft.com/office/powerpoint/2010/main" val="485192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9836BA4C-8EE2-4138-AD86-555F50A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Langkah 5: Demo versi final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DA85E7B3-AB0C-4FC1-80C5-1CB6F77D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156B89E0-A3E6-42C1-BBEA-D207A62A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C997-DF3C-4C70-A177-BD97C445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623EB-F91E-46E3-A848-1580E445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BDC8C-3CBB-454E-B497-C95EAEC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Pilihan sample log untuk beberapa jenis insiden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DFE51-9CB1-466C-A497-3C9495F1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E948C-003E-408A-9922-54C89666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Loading state selama analisis berjalan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4F329-BCC1-4B81-9E2E-D12B3DD9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1D22-5889-4EB0-A9A6-E27F0B9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Follow-up chat setelah jawaban pertama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F15C1-8F90-4C56-8E58-A1A4951A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F04C4-2C72-4911-A253-81C75BE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Pengaturan API key di aplikasi demo</a:t>
            </a:r>
          </a:p>
        </p:txBody>
      </p:sp>
    </p:spTree>
    <p:extLst>
      <p:ext uri="{BB962C8B-B14F-4D97-AF65-F5344CB8AC3E}">
        <p14:creationId xmlns:p14="http://schemas.microsoft.com/office/powerpoint/2010/main" val="1975571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134BA1CD-B033-4767-B32C-0C78E89D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Latihan: OutOfMemoryError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28A075D1-58EE-452A-875F-9D25DB17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000" b="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/>
            </a:r>
            <a:endParaRPr sz="20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EB39066D-558B-4A2B-866E-E7C5341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C0C3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0C3C7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659E8-C8EE-426C-8F72-EFA5D5B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149BB-DD9A-4F1E-9912-5EDE757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AA454-940C-430D-B7E8-CD9B9E6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66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java.lang.OutOfMemoryError: Java heap space</a:t>
            </a:r>
          </a:p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GC overhead limit exceeded</a:t>
            </a:r>
          </a:p>
          <a:p xmlns:a="http://schemas.openxmlformats.org/drawingml/2006/main">
            <a:pPr>
              <a:defRPr sz="2175" b="0">
                <a:solidFill>
                  <a:srgbClr val="FFF8F1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8F1"/>
                </a:solidFill>
                <a:latin typeface="Consolas"/>
                <a:ea typeface="Consolas"/>
                <a:cs typeface="Consolas"/>
              </a:rPr>
              <a:t>Health check FAILED - service unresponsive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77993-7F98-4F58-BDCA-9E5C54D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A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A54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92589-0282-441F-8CFF-7B12346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8F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8F1"/>
                </a:solidFill>
                <a:latin typeface="Arial"/>
                <a:ea typeface="Arial"/>
                <a:cs typeface="Arial"/>
              </a:rPr>
              <a:t>“Bagaimana cara monitor ini pakai Prometheus?”</a:t>
            </a:r>
          </a:p>
        </p:txBody>
      </p:sp>
    </p:spTree>
    <p:extLst>
      <p:ext uri="{BB962C8B-B14F-4D97-AF65-F5344CB8AC3E}">
        <p14:creationId xmlns:p14="http://schemas.microsoft.com/office/powerpoint/2010/main" val="7097498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63F02258-DE27-4558-92E0-F0D6BAA1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Troubleshooting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C2C7C8C8-B52A-461A-B335-5172138A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1F39CED0-2439-4124-9D6A-F2C0746E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D417C-B2D9-40C3-BEE7-31FA833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1496D-0633-4891-A272-9683E868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65782-4410-4AE5-AD6B-11C79EF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Periksa API key dan format Bearer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61CE2-3DD5-45FC-BA04-D4D4178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07ABF-3D27-4049-A6BC-6DAAE99E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Periksa endpoint, model, dan akses akun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BA10B-5D0C-46A8-A761-7852797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CORS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737C6-358E-4C9C-8B4A-D47B3DD6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Periksa akses browser, gunakan proxy bila perlu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AA80D-6EAF-41D4-9FB7-E5B1D0E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Kosong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433BD-837B-4674-BA5A-B7D34106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Periksa status HTTP dan struktur response</a:t>
            </a:r>
          </a:p>
        </p:txBody>
      </p:sp>
    </p:spTree>
    <p:extLst>
      <p:ext uri="{BB962C8B-B14F-4D97-AF65-F5344CB8AC3E}">
        <p14:creationId xmlns:p14="http://schemas.microsoft.com/office/powerpoint/2010/main" val="8585974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F71002EC-26E5-4810-831E-1A18318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Diskusi dan eksperimen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F3602E08-8520-4F9F-848D-69353C27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EB37F8BB-AEF4-4AAC-A6BF-9E1A4EE8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6A32A-37B3-4B6C-AABC-D8A56DE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C454-CBCF-4D8B-A7C4-F61B0644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9677-7553-433C-B90D-4AD9D39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Apa bukti log yang mendukung dugaan root cause?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E839F-8922-4BB1-865E-3E764B54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DF293-FBDC-43E2-996E-37B391EF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Apa yang berubah jika system prompt lebih spesifik?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A67FA-9434-4E9A-9572-4830945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E44FD-5A04-41B0-B365-48793D1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Bagaimana menyamarkan data sensitif sebelum request?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42498-C9C2-4EDA-9878-9C3F58C5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5D3C1-909E-4FDC-B33D-17A2B152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Apa pemeriksaan sebelum menjalankan saran perbaikan?</a:t>
            </a:r>
          </a:p>
        </p:txBody>
      </p:sp>
    </p:spTree>
    <p:extLst>
      <p:ext uri="{BB962C8B-B14F-4D97-AF65-F5344CB8AC3E}">
        <p14:creationId xmlns:p14="http://schemas.microsoft.com/office/powerpoint/2010/main" val="6563471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2F40B7E6-5CF1-4BC5-A9CF-2819209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300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Pengembangan berikutnya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A94C99D6-8C46-4206-9C28-81A5BE4F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4DE6A95C-D92D-400E-A0EB-A079C48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CA0D9-8FA3-469E-B22A-8E4E561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EECF-6730-4C22-B90A-77FA6B08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E713E-5DEB-490D-B7BD-6F6318F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Perbandingan beberapa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A8B6F-B6EC-4110-A7AA-8ABA35D9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D69C7-41F8-44AD-ACC2-2715F411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Generator runbook Markdown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5D8FC-76EB-4A28-8ADD-99F5AD8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94A9E-CF89-4E27-9C0D-7A083B0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Integrasi API dalam script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786AF-973C-450E-92BE-EE2B0BC2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610EA-A95F-4138-8D35-8FF14162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Saran routing alert untuk review tim</a:t>
            </a:r>
          </a:p>
        </p:txBody>
      </p:sp>
    </p:spTree>
    <p:extLst>
      <p:ext uri="{BB962C8B-B14F-4D97-AF65-F5344CB8AC3E}">
        <p14:creationId xmlns:p14="http://schemas.microsoft.com/office/powerpoint/2010/main" val="11041959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DC0C016-BB58-4D98-B680-034A5203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450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Terima kasih</a:t>
            </a:r>
            <a:endParaRPr sz="3200"/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A22DB911-5BC8-42C3-A712-71E2A17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</a:pPr>
            <a:r>
              <a:rPr sz="2400" b="0">
                <a:solidFill>
                  <a:srgbClr val="F2F4F8"/>
                </a:solidFill>
                <a:latin typeface="Aptos"/>
                <a:ea typeface="Aptos"/>
                <a:cs typeface="Aptos"/>
              </a:rPr>
              <a:t/>
            </a:r>
            <a:endParaRPr sz="2400"/>
          </a:p>
        </p:txBody>
      </p:sp>
      <p:sp>
        <p:nvSpPr>
          <p:cNvPr id="4" name="Text 4">
            <a:extLst xmlns:a="http://schemas.openxmlformats.org/drawingml/2006/main">
              <a:ext uri="{FF2B5EF4-FFF2-40B4-BE49-F238E27FC236}">
                <a16:creationId xmlns:a16="http://schemas.microsoft.com/office/drawing/2014/main" id="{7AE53D07-72F7-45B4-9B7E-C11E0FB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Konnco Studio</a:t>
            </a:r>
            <a:endParaRPr sz="10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5E0D7-C046-467D-9155-901982A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51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1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78868-95BA-47FF-B6BF-73AD8580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DevOps/SRE Konnco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CF71F-631E-4EF4-85E7-ABAEAB3B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2830"/>
                </a:solidFill>
                <a:latin typeface="Arial"/>
                <a:ea typeface="Arial"/>
                <a:cs typeface="Arial"/>
              </a:rPr>
              <a:t>Checklist fasilitator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99D03-A269-4BB7-B846-5E15394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1932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Akun, API key, endpoint, dan model sudah diuji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8E25B-CB2F-448D-83E4-420E5B52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Demo index.html berhasil dari browser yang dipakai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6E54A-131D-4E0F-8D6E-7A78DD4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Sample log dan akses cadangan siap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67AE6-71DF-45FA-924B-1F8FCE27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2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830"/>
                </a:solidFill>
                <a:latin typeface="Arial"/>
                <a:ea typeface="Arial"/>
                <a:cs typeface="Arial"/>
              </a:rPr>
              <a:t>Editor terbuka untuk live coding</a:t>
            </a:r>
          </a:p>
        </p:txBody>
      </p:sp>
    </p:spTree>
    <p:extLst>
      <p:ext uri="{BB962C8B-B14F-4D97-AF65-F5344CB8AC3E}">
        <p14:creationId xmlns:p14="http://schemas.microsoft.com/office/powerpoint/2010/main" val="2115836208"/>
      </p:ext>
    </p:extLst>
  </p:cSld>
</p:sld>
</file>

<file path=ppt/theme/theme1.xml><?xml version="1.0" encoding="utf-8"?>
<a:theme xmlns:a="http://schemas.openxmlformats.org/drawingml/2006/main" name="Konnco">
  <a:themeElements>
    <a:clrScheme name="Konnco">
      <a:dk1>
        <a:srgbClr val="111827"/>
      </a:dk1>
      <a:lt1>
        <a:srgbClr val="FFFFFF"/>
      </a:lt1>
      <a:dk2>
        <a:srgbClr val="182338"/>
      </a:dk2>
      <a:lt2>
        <a:srgbClr val="E9EEF5"/>
      </a:lt2>
      <a:accent1>
        <a:srgbClr val="55D6BE"/>
      </a:accent1>
      <a:accent2>
        <a:srgbClr val="EF5670"/>
      </a:accent2>
      <a:accent3>
        <a:srgbClr val="6BA3FF"/>
      </a:accent3>
      <a:accent4>
        <a:srgbClr val="E9C46A"/>
      </a:accent4>
      <a:accent5>
        <a:srgbClr val="9C89B8"/>
      </a:accent5>
      <a:accent6>
        <a:srgbClr val="E07A5F"/>
      </a:accent6>
      <a:hlink>
        <a:srgbClr val="6BA3FF"/>
      </a:hlink>
      <a:folHlink>
        <a:srgbClr val="9C89B8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onnco">
      <a:fillStyleLst/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2026-09-15T03:00:58.5180000Z</dcterms:created>
  <dcterms:modified xsi:type="dcterms:W3CDTF">2026-09-15T03:00:58.5180000Z</dcterms:modified>
</coreProperties>
</file>