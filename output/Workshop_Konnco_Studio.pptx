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30 menit. Audiens: SRE / DevOps dengan dasar HTML dan JavaScript. Judul mengikuti permintaan pengguna.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Demo final sebelum coding. Peserta membangun versi minimal sesuai guide. Aplikasi demo dalam proyek menggunakan berkas CSS dan JS terpisah.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Alokasi waktu mengikuti WORKSHOP_GUIDE.md.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Guide memuat klaim percepatan diagnosis tanpa sumber pengukuran. Deck tidak menyajikan angka tersebut sebagai hasil yang terbukti.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Guide menggunakan model GLM-5.2. Nama menu, model, akses trial, dan endpoint perlu dicocokkan dengan console akun saat workshop. Fasilitator menyiapkan akses cadangan terbatas.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Endpoint contoh dalam guide: https://api-ap-southeast-1.modelarts-maas.com/v1/chat/completions. Cocokkan endpoint dan model dengan akun. Jangan tampilkan key asli pada proyektor atau commit ke repository.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Request memakai fetch dan JSON. Untuk demo lokal, panggilan langsung bergantung pada dukungan CORS. Untuk penggunaan bersama, gunakan backend proxy agar API key berada di server.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2 menit. Buat index.html lengkap dengan doctype, html lang=id, head, meta charset UTF-8, title, dan body. Potongan slide menunjukkan elemen inti. pre menjaga baris hasil tetap terbaca.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3 menit bersama slide berikut. Letakkan dalam fungsi async. messages berisi system prompt dan log pengguna. ENDPOINT, API_KEY, MODEL mengikuti konfigurasi. Parameter 0.3 mengikuti guide dan tidak menjamin jawaban benar.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Susun messages sebagai [{role:"system",content:SYSTEM_PROMPT},{role:"user",content:userMessage}]. Tambahkan pemeriksaan response.ok dan keberadaan choices sebelum membaca hasil. Minta model membedakan bukti log dari dugaan.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3 menit. Ambil log-input.value.trim(). Gunakan try/catch dan await callMaasAPI(). Gunakan textContent saat menampilkan hasil minimal. Demo dengan sample OutOfMemoryError.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4 menit. let conversationHistory = []; setelah respons: conversationHistory.push({role:"assistant",content:aiReply}); sebelum follow-up: push({role:"user",content:question}). API tidak menyimpan konteks aplikasi ini secara otomatis. Tambahkan input id=followup dan tombol sendFollowup().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3 menit. Buka index.html proyek. Guide menyebut penyimpanan API key di localStorage. Jelaskan sebagai kemudahan demo lokal, dengan backend proxy untuk aplikasi bersama. Tunjukkan dark mode dan sample log.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Sample diringkas dari js/config.js. Peserta memeriksa apakah model menghubungkan heap, GC, dan health check. Log ini belum cukup untuk memastikan memory leak. Gunakan log contoh atau log yang sudah disamarkan.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Ikuti troubleshooting guide. Status 404 tidak sendirinya memastikan subscription bermasalah. Saat debug, hindari membagikan header Authorization atau log sensitif. Lihat data.choices[0].message.content setelah validasi.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5 menit terakhir bersama demo. Jawab biaya dan akses model dengan merujuk console akun, tanpa menjanjikan free tier. Untuk integrasi Slack atau PagerDuty, bahas sebagai pengembangan lanjutan.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Bonus dari guide. Peserta dapat mengembangkan salah satu setelah sesi 30 menit. Integrasi alert perlu mekanisme review sebelum mengirim atau menjalankan tindakan.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508000" y="508000"/>
            <a:ext cx="7620000" cy="101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 utama seluruh deck: WORKSHOP_GUIDE.md. Contoh OOM: js/config.js. Persiapan sebelum sesi: uji kemungkinan CORS dan siapkan proxy jika dibutuhkan. Jangan bagikan key cadangan secara terbuka.</a:t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1400"/>
          </a:p>
          <a:p>
            <a:pPr>
              <a:lnSpc>
                <a:spcPct val="115000"/>
              </a:lnSpc>
            </a:pPr>
            <a:r>
              <a:rPr lang="id-ID" sz="1400" b="0">
                <a:solidFill>
                  <a:srgbClr val="F2F4F8"/>
                </a:solidFill>
                <a:latin typeface="Aptos"/>
              </a:rPr>
              <a:t xml:space="preserve">Sumber: WORKSHOP_GUIDE.md</a:t>
            </a:r>
            <a:endParaRPr lang="id-ID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1143000"/>
            <a:ext cx="10795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4200" b="1">
                <a:solidFill>
                  <a:srgbClr val="55D6BE"/>
                </a:solidFill>
                <a:latin typeface="Aptos"/>
              </a:rPr>
              <a:t xml:space="preserve">Workshop Konnco Studio</a:t>
            </a:r>
            <a:endParaRPr lang="id-ID" sz="4200"/>
          </a:p>
          <a:p>
            <a:pPr>
              <a:lnSpc>
                <a:spcPct val="115000"/>
              </a:lnSpc>
            </a:pPr>
            <a:r>
              <a:rPr lang="id-ID" sz="4200" b="1">
                <a:solidFill>
                  <a:srgbClr val="55D6BE"/>
                </a:solidFill>
                <a:latin typeface="Aptos"/>
              </a:rPr>
              <a:t xml:space="preserve">fea Heawei Cloud</a:t>
            </a:r>
            <a:endParaRPr lang="id-ID" sz="4200"/>
          </a:p>
        </p:txBody>
      </p:sp>
      <p:sp>
        <p:nvSpPr>
          <p:cNvPr id="3" name="Text 3"/>
          <p:cNvSpPr txBox="1"/>
          <p:nvPr/>
        </p:nvSpPr>
        <p:spPr>
          <a:xfrm>
            <a:off x="685800" y="3492500"/>
            <a:ext cx="10795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SRE Log Analyzer dengan Huawei MaaS API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by DevOps/SRE Konnco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01</a:t>
            </a:r>
            <a:endParaRPr lang="id-ID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Hasil workshop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Web app untuk membaca log error dan stack trace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Analisis penyebab, severity, dampak, pemulihan, dan pencegahan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Follow-up chat dengan konteks percakapan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Latihan dimulai dari satu file index.html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02</a:t>
            </a:r>
            <a:endParaRPr lang="id-ID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Agenda 30 menit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00–05   Pengenalan dan demo aplikasi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05–10   Setup akun, model, dan API key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10–25   Live coding bersama peserta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25–30   Eksperimen, demo, dan tanya jawab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03</a:t>
            </a:r>
            <a:endParaRPr lang="id-ID"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AI sebagai asisten analisis log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Input: log error atau stack trace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Output: dugaan penyebab dan langkah pemeriksaan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SRE memeriksa bukti sebelum menjalankan perbaikan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Demo awal: Kubernetes CrashLoopBackOff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04</a:t>
            </a:r>
            <a:endParaRPr lang="id-ID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Setup Huawei MaaS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1. Login ke console.huaweicloud.com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2. Buka ModelArts / MaaS / Model Square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3. Aktifkan akses model yang tersedia di akun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4. Buat API key, lalu simpan secara privat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05</a:t>
            </a:r>
            <a:endParaRPr lang="id-ID"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Konfigurasi latihan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MODEL = "GLM-5.2"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/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POST /v1/chat/completions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Authorization: Bearer YOUR_API_KEY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Content-Type: application/json</a:t>
            </a:r>
            <a:endParaRPr lang="id-ID" sz="20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06</a:t>
            </a:r>
            <a:endParaRPr lang="id-ID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Alur aplikasi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01   Peserta memasukkan log di browser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02   JavaScript mengirim messages ke MaaS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03   API mengembalikan teks analisis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04   UI menampilkan hasil dan menyimpan history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07</a:t>
            </a:r>
            <a:endParaRPr lang="id-ID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Step 1  ·  Skeleton HTML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&lt;h1&gt;SRE Log Analyzer&lt;/h1&gt;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&lt;textarea id="log-input"&gt;&lt;/textarea&gt;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&lt;button onclick="analyzeLog()"&gt;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Analisis dengan AI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&lt;/button&gt;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&lt;pre id="output"&gt;&lt;/pre&gt;</a:t>
            </a:r>
            <a:endParaRPr lang="id-ID" sz="20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08</a:t>
            </a:r>
            <a:endParaRPr lang="id-ID"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Step 2  ·  Request API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const response = await fetch(ENDPOINT, {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method: "POST",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headers: { "Content-Type": "application/json",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  Authorization: `Bearer ${API_KEY}` },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body: JSON.stringify({ model: MODEL, messages,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    max_tokens: 1000, temperature: 0.3 })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});</a:t>
            </a:r>
            <a:endParaRPr lang="id-ID" sz="20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09</a:t>
            </a:r>
            <a:endParaRPr lang="id-ID"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System prompt dan hasil respons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SYSTEM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Kamu adalah asisten SRE. Jelaskan root cause,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severity, dampak, langkah fix, dan pencegahan.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/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HASIL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const data = await response.json();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return data.choices[0].message.content;</a:t>
            </a:r>
            <a:endParaRPr lang="id-ID" sz="20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10</a:t>
            </a:r>
            <a:endParaRPr lang="id-ID"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Step 3  ·  UI dan loading state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Input kosong        Tampilkan petunjuk untuk mengisi log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Request berjalan    Tampilkan “Menganalisis...”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Request berhasil    Isi output dengan textContent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Request gagal       Tampilkan pesan error yang jelas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11</a:t>
            </a:r>
            <a:endParaRPr lang="id-ID"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Step 4  ·  Conversation history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Log baru memulai history baru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System prompt dan log menjadi pesan awal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Setiap jawaban masuk sebagai role: "assistant"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Follow-up masuk sebagai role: "user"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Request berikutnya mengirim seluruh history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12</a:t>
            </a:r>
            <a:endParaRPr lang="id-ID"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Step 5  ·  Demo versi final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Pilihan sample log untuk beberapa jenis insiden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Loading state selama analisis berjalan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Follow-up chat setelah jawaban pertama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Pengaturan API key di aplikasi demo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13</a:t>
            </a:r>
            <a:endParaRPr lang="id-ID"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Latihan  ·  OutOfMemoryError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LOG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java.lang.OutOfMemoryError: Java heap space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GC overhead limit exceeded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Health check FAILED - service unresponsive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/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FOLLOW-UP</a:t>
            </a:r>
            <a:endParaRPr lang="id-ID" sz="2000"/>
          </a:p>
          <a:p>
            <a:pPr>
              <a:lnSpc>
                <a:spcPct val="115000"/>
              </a:lnSpc>
            </a:pPr>
            <a:r>
              <a:rPr lang="id-ID" sz="2000" b="0">
                <a:solidFill>
                  <a:srgbClr val="F2F4F8"/>
                </a:solidFill>
                <a:latin typeface="Consolas"/>
              </a:rPr>
              <a:t xml:space="preserve">“Bagaimana cara monitor ini pakai Prometheus?”</a:t>
            </a:r>
            <a:endParaRPr lang="id-ID" sz="20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14</a:t>
            </a:r>
            <a:endParaRPr lang="id-ID" sz="10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Troubleshooting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401       Periksa API key dan format Bearer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404       Periksa endpoint, model, dan akses akun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CORS      Periksa akses browser, gunakan proxy bila perlu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Kosong    Periksa status HTTP dan struktur response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15</a:t>
            </a:r>
            <a:endParaRPr lang="id-ID" sz="1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Diskusi dan eksperimen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Apa bukti log yang mendukung dugaan root cause?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Apa yang berubah jika system prompt lebih spesifik?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Bagaimana menyamarkan data sensitif sebelum request?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Apa pemeriksaan sebelum menjalankan saran perbaikan?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16</a:t>
            </a:r>
            <a:endParaRPr lang="id-ID" sz="1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Pengembangan berikutnya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Perbandingan beberapa log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Generator runbook Markdown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Integrasi API dalam script monitoring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Saran routing alert untuk review tim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17</a:t>
            </a:r>
            <a:endParaRPr lang="id-ID" sz="10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71500"/>
            <a:ext cx="10795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3200" b="1">
                <a:solidFill>
                  <a:srgbClr val="55D6BE"/>
                </a:solidFill>
                <a:latin typeface="Aptos"/>
              </a:rPr>
              <a:t xml:space="preserve">Checklist fasilitator</a:t>
            </a:r>
            <a:endParaRPr lang="id-ID" sz="3200"/>
          </a:p>
        </p:txBody>
      </p:sp>
      <p:sp>
        <p:nvSpPr>
          <p:cNvPr id="3" name="Text 3"/>
          <p:cNvSpPr txBox="1"/>
          <p:nvPr/>
        </p:nvSpPr>
        <p:spPr>
          <a:xfrm>
            <a:off x="685800" y="2095500"/>
            <a:ext cx="10795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Akun, API key, endpoint, dan model sudah diuji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Demo index.html berhasil dari browser yang dipakai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Sample log dan akses cadangan siap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Editor terbuka untuk live coding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/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Terima kasih</a:t>
            </a:r>
            <a:endParaRPr lang="id-ID" sz="2400"/>
          </a:p>
          <a:p>
            <a:pPr>
              <a:lnSpc>
                <a:spcPct val="115000"/>
              </a:lnSpc>
            </a:pPr>
            <a:r>
              <a:rPr lang="id-ID" sz="2400" b="0">
                <a:solidFill>
                  <a:srgbClr val="F2F4F8"/>
                </a:solidFill>
                <a:latin typeface="Aptos"/>
              </a:rPr>
              <a:t xml:space="preserve">by DevOps/SRE Konnco</a:t>
            </a:r>
            <a:endParaRPr lang="id-ID" sz="2400"/>
          </a:p>
        </p:txBody>
      </p:sp>
      <p:sp>
        <p:nvSpPr>
          <p:cNvPr id="4" name="Text 4"/>
          <p:cNvSpPr txBox="1"/>
          <p:nvPr/>
        </p:nvSpPr>
        <p:spPr>
          <a:xfrm>
            <a:off x="685800" y="6477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id-ID" sz="1000" b="0">
                <a:solidFill>
                  <a:srgbClr val="9BA8BA"/>
                </a:solidFill>
                <a:latin typeface="Aptos"/>
              </a:rPr>
              <a:t xml:space="preserve">KONNCO STUDIO    /    SRE LOG ANALYZER                                      18</a:t>
            </a:r>
            <a:endParaRPr lang="id-ID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nco">
  <a:themeElements>
    <a:clrScheme name="Konnco">
      <a:dk1>
        <a:srgbClr val="111827"/>
      </a:dk1>
      <a:lt1>
        <a:srgbClr val="FFFFFF"/>
      </a:lt1>
      <a:dk2>
        <a:srgbClr val="182338"/>
      </a:dk2>
      <a:lt2>
        <a:srgbClr val="E9EEF5"/>
      </a:lt2>
      <a:accent1>
        <a:srgbClr val="55D6BE"/>
      </a:accent1>
      <a:accent2>
        <a:srgbClr val="EF5670"/>
      </a:accent2>
      <a:accent3>
        <a:srgbClr val="6BA3FF"/>
      </a:accent3>
      <a:accent4>
        <a:srgbClr val="E9C46A"/>
      </a:accent4>
      <a:accent5>
        <a:srgbClr val="9C89B8"/>
      </a:accent5>
      <a:accent6>
        <a:srgbClr val="E07A5F"/>
      </a:accent6>
      <a:hlink>
        <a:srgbClr val="6BA3FF"/>
      </a:hlink>
      <a:folHlink>
        <a:srgbClr val="9C89B8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/>
      <a:lnStyleLst/>
      <a:effectStyleLst/>
      <a:bgFillStyleLst/>
    </a:fmtScheme>
  </a:themeElements>
</a:theme>
</file>